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6fd-7102-8267-8000-00004ca336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70e-5552-82d2-8000-0000ee747e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718-ef92-8375-8000-00003ae93f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714-e762-85f9-8000-0000900916a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717-f252-8644-8000-0000a1c942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711-e5c2-8b21-8000-0000211daa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732-11d2-812c-8000-0000e72527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72b-1322-8540-8000-0000acc06a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734-e762-86f3-8000-000085c4d4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72f-1552-87e1-8000-000096e27c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735-8b42-8159-8000-000098265d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744-2c12-89e3-8000-0000d590de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748-9072-8a79-8000-00005d7307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Masker API: PII-Free LLM Data</dc:title>
  <dc:subject>Masker API: PII-Free LLM Data</dc:subject>
  <dc:creator>Kimi</dc:creator>
  <cp:lastModifiedBy>Kimi</cp:lastModifiedBy>
  <cp:revision>1</cp:revision>
  <dcterms:created xsi:type="dcterms:W3CDTF">2025-11-28T22:03:25Z</dcterms:created>
  <dcterms:modified xsi:type="dcterms:W3CDTF">2025-11-28T22:03:25Z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{"Label":"Masker API: PII-Free LLM Data","ContentProducer":"001191110108MACG2KBH8F10000","ProduceID":"d4l1g8495eb1lrtjbei0","ReservedCode1":"","ContentPropagator":"001191110108MACG2KBH8F20000","PropagateID":"d4l1g8495eb1lrtjbei0","ReservedCode2":""}</vt:lpwstr>
  </property>
</Properties>
</file>